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22667c78c4b3c" /><Relationship Type="http://schemas.openxmlformats.org/officeDocument/2006/relationships/extended-properties" Target="/docProps/app.xml" Id="Ra1a4451b0ff94b66" /><Relationship Type="http://schemas.openxmlformats.org/officeDocument/2006/relationships/officeDocument" Target="/ppt/presentation.xml" Id="Rfaadfe179b3942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54bd4235ee4119"/>
  </p:sldMasterIdLst>
  <p:notesMasterIdLst>
    <p:notesMasterId xmlns:r="http://schemas.openxmlformats.org/officeDocument/2006/relationships" r:id="Rdf3c73fcb7c44300"/>
  </p:notesMasterIdLst>
  <p:sldIdLst>
    <p:sldId xmlns:r="http://schemas.openxmlformats.org/officeDocument/2006/relationships" id="256" r:id="Rae5f3c89a9e94749"/>
    <p:sldId xmlns:r="http://schemas.openxmlformats.org/officeDocument/2006/relationships" id="257" r:id="Rf17d276304334e79"/>
    <p:sldId xmlns:r="http://schemas.openxmlformats.org/officeDocument/2006/relationships" id="258" r:id="Rae35632d1e0e44eb"/>
    <p:sldId xmlns:r="http://schemas.openxmlformats.org/officeDocument/2006/relationships" id="259" r:id="Ra0011481d5b04e0e"/>
    <p:sldId xmlns:r="http://schemas.openxmlformats.org/officeDocument/2006/relationships" id="260" r:id="R123de214dd5e4cbe"/>
    <p:sldId xmlns:r="http://schemas.openxmlformats.org/officeDocument/2006/relationships" id="261" r:id="R4ff999f415e14c9a"/>
    <p:sldId xmlns:r="http://schemas.openxmlformats.org/officeDocument/2006/relationships" id="262" r:id="Rc8b07e6950134722"/>
    <p:sldId xmlns:r="http://schemas.openxmlformats.org/officeDocument/2006/relationships" id="263" r:id="R3a4f752299b14c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64e222fce24fba" /><Relationship Type="http://schemas.openxmlformats.org/officeDocument/2006/relationships/slideMaster" Target="/ppt/slideMasters/slideMaster1.xml" Id="R3c54bd4235ee4119" /><Relationship Type="http://schemas.openxmlformats.org/officeDocument/2006/relationships/notesMaster" Target="/ppt/notesMasters/notesMaster1.xml" Id="Rdf3c73fcb7c44300" /><Relationship Type="http://schemas.openxmlformats.org/officeDocument/2006/relationships/presProps" Target="/ppt/presProps.xml" Id="Rd430424fca8546b8" /><Relationship Type="http://schemas.openxmlformats.org/officeDocument/2006/relationships/tableStyles" Target="/ppt/tableStyles.xml" Id="Ra089e5988349442f" /><Relationship Type="http://schemas.openxmlformats.org/officeDocument/2006/relationships/slide" Target="/ppt/slides/slide1.xml" Id="Rae5f3c89a9e94749" /><Relationship Type="http://schemas.openxmlformats.org/officeDocument/2006/relationships/slide" Target="/ppt/slides/slide2.xml" Id="Rf17d276304334e79" /><Relationship Type="http://schemas.openxmlformats.org/officeDocument/2006/relationships/slide" Target="/ppt/slides/slide3.xml" Id="Rae35632d1e0e44eb" /><Relationship Type="http://schemas.openxmlformats.org/officeDocument/2006/relationships/slide" Target="/ppt/slides/slide4.xml" Id="Ra0011481d5b04e0e" /><Relationship Type="http://schemas.openxmlformats.org/officeDocument/2006/relationships/slide" Target="/ppt/slides/slide5.xml" Id="R123de214dd5e4cbe" /><Relationship Type="http://schemas.openxmlformats.org/officeDocument/2006/relationships/slide" Target="/ppt/slides/slide6.xml" Id="R4ff999f415e14c9a" /><Relationship Type="http://schemas.openxmlformats.org/officeDocument/2006/relationships/slide" Target="/ppt/slides/slide7.xml" Id="Rc8b07e6950134722" /><Relationship Type="http://schemas.openxmlformats.org/officeDocument/2006/relationships/slide" Target="/ppt/slides/slide8.xml" Id="R3a4f752299b14c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ebed22f3c442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84944fca34103" /><Relationship Type="http://schemas.openxmlformats.org/officeDocument/2006/relationships/notesMaster" Target="/ppt/notesMasters/notesMaster1.xml" Id="R8c314a928fc74f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0c50397154930" /><Relationship Type="http://schemas.openxmlformats.org/officeDocument/2006/relationships/notesMaster" Target="/ppt/notesMasters/notesMaster1.xml" Id="R0d8a9683165a44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849aca4d3d4194" /><Relationship Type="http://schemas.openxmlformats.org/officeDocument/2006/relationships/notesMaster" Target="/ppt/notesMasters/notesMaster1.xml" Id="Ra274ca60ea1b4c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de90aed8374f83" /><Relationship Type="http://schemas.openxmlformats.org/officeDocument/2006/relationships/notesMaster" Target="/ppt/notesMasters/notesMaster1.xml" Id="Rf1346fa9662744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d0d696f2164852" /><Relationship Type="http://schemas.openxmlformats.org/officeDocument/2006/relationships/notesMaster" Target="/ppt/notesMasters/notesMaster1.xml" Id="R47169c42967c4c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3e3e7b5ae44a47" /><Relationship Type="http://schemas.openxmlformats.org/officeDocument/2006/relationships/notesMaster" Target="/ppt/notesMasters/notesMaster1.xml" Id="R878244dd8a5c4a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5e2209928a476d" /><Relationship Type="http://schemas.openxmlformats.org/officeDocument/2006/relationships/notesMaster" Target="/ppt/notesMasters/notesMaster1.xml" Id="R790a4e4f1d8b42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3ba3e3617411d" /><Relationship Type="http://schemas.openxmlformats.org/officeDocument/2006/relationships/notesMaster" Target="/ppt/notesMasters/notesMaster1.xml" Id="R99e8683769c44e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프로젝트. 2026-10-19 구현 기준. 근거: README.md, docs/PROJECT_PROPOSAL.md.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docs/PROJECT_PROPOSAL.md, docs/V4_FIXES.md. 오른쪽 이미지는 API36 V4 화면 검증 캡처다. 학습 효과 측정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README.md, docs/ARCHITECTURE.md. 위젯 이미지는 개발 중 실제 Android 캡처이며 기본 콘텐츠 예시다.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docs/PLAN_V4.md, docs/ARCHITECTURE.md, docs/VERIFICATION.md. 자동 검토는 전문가의 사실 검수가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docs/PROJECT_PROPOSAL.md, docs/ARCHITECTURE.md, docs/PLAN_V4.md. 기술 요소는 구현 대응이며 과제 인정 여부를 단정하지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docs/ARCHITECTURE.md, docs/SIWC_STATUS.md, docs/REQUIREMENTS.md.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158 Jest는 2026-10-19 V4.UX1 WORK_LOG. Kotlin 35+17=52는 V4.FIX 재실행 기록. APK는 2026-10-19 시연용 arm64 release, debug key 서명. 근거: docs/WORK_LOG.md,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docs/INSTALL.md, docs/BUILD.md, docs/WORK_LOG.md, docs/VERIFICATION.md. 시연용 APK의 단축 규칙을 일반 배포 검증으로 혼동하지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a830f8a704d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44982ec0d4e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75d7a354154b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867f7989d4d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d3906480d4a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fbe1ac2b54d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0FA9FA-12D8-4CE6-84B0-1B2940CBB3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E17E40-AC40-4826-AF16-A4012CE50B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93B4ED-885D-42BA-99CB-F67E2AB09A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094C6-5452-4EDC-AF59-7E6C9E0A0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521DE8-522A-416A-ACA9-44D370CA50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BE7D2E-C567-4A4B-A238-D7ECFA7B5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4B0EEC-B664-4A46-BD95-C3A303210A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EF8399-D838-4C30-A0D5-5C663F1C98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5598EB-1ACA-48F6-A86A-D895D3448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14CE33-4D0F-4FF4-B156-87915B902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9ca4dc813e4d4f" /><Relationship Type="http://schemas.openxmlformats.org/officeDocument/2006/relationships/slideLayout" Target="/ppt/slideLayouts/slideLayout1.xml" Id="Re28f7ddf968c4afc" /><Relationship Type="http://schemas.openxmlformats.org/officeDocument/2006/relationships/slideLayout" Target="/ppt/slideLayouts/slideLayout2.xml" Id="R85c33c5ca6404ce0" /><Relationship Type="http://schemas.openxmlformats.org/officeDocument/2006/relationships/slideLayout" Target="/ppt/slideLayouts/slideLayout3.xml" Id="Race2d5a5f6a24a52" /><Relationship Type="http://schemas.openxmlformats.org/officeDocument/2006/relationships/slideLayout" Target="/ppt/slideLayouts/slideLayout4.xml" Id="R21fe23e3d1ca4685" /><Relationship Type="http://schemas.openxmlformats.org/officeDocument/2006/relationships/slideLayout" Target="/ppt/slideLayouts/slideLayout5.xml" Id="Re9fc4de545494205" /><Relationship Type="http://schemas.openxmlformats.org/officeDocument/2006/relationships/slideLayout" Target="/ppt/slideLayouts/slideLayout6.xml" Id="Rf5e7f6384a9c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8f7ddf968c4afc"/>
    <p:sldLayoutId xmlns:r="http://schemas.openxmlformats.org/officeDocument/2006/relationships" id="2147483650" r:id="R85c33c5ca6404ce0"/>
    <p:sldLayoutId xmlns:r="http://schemas.openxmlformats.org/officeDocument/2006/relationships" id="2147483651" r:id="Race2d5a5f6a24a52"/>
    <p:sldLayoutId xmlns:r="http://schemas.openxmlformats.org/officeDocument/2006/relationships" id="2147483652" r:id="R21fe23e3d1ca4685"/>
    <p:sldLayoutId xmlns:r="http://schemas.openxmlformats.org/officeDocument/2006/relationships" id="2147483653" r:id="Re9fc4de545494205"/>
    <p:sldLayoutId xmlns:r="http://schemas.openxmlformats.org/officeDocument/2006/relationships" id="2147483654" r:id="Rf5e7f6384a9c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3854abc7c473d" /><Relationship Type="http://schemas.openxmlformats.org/officeDocument/2006/relationships/image" Target="/ppt/media/image.png" Id="Rbe4965a5e7904880" /><Relationship Type="http://schemas.openxmlformats.org/officeDocument/2006/relationships/notesSlide" Target="/ppt/notesSlides/notesSlide1.xml" Id="R0af58883d26b49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3055877e040ae" /><Relationship Type="http://schemas.openxmlformats.org/officeDocument/2006/relationships/image" Target="/ppt/media/image2.png" Id="R2c2e87349d684283" /><Relationship Type="http://schemas.openxmlformats.org/officeDocument/2006/relationships/notesSlide" Target="/ppt/notesSlides/notesSlide2.xml" Id="R5e1563f9405441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3edf0233a4bd9" /><Relationship Type="http://schemas.openxmlformats.org/officeDocument/2006/relationships/image" Target="/ppt/media/image3.png" Id="R5314bbbfa22d4bb2" /><Relationship Type="http://schemas.openxmlformats.org/officeDocument/2006/relationships/notesSlide" Target="/ppt/notesSlides/notesSlide3.xml" Id="R3ae21e44f131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5c37bc33942f4" /><Relationship Type="http://schemas.openxmlformats.org/officeDocument/2006/relationships/notesSlide" Target="/ppt/notesSlides/notesSlide4.xml" Id="R82f3f49561074d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08c3f49ea4a15" /><Relationship Type="http://schemas.openxmlformats.org/officeDocument/2006/relationships/notesSlide" Target="/ppt/notesSlides/notesSlide5.xml" Id="R5967fbeb2d784e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66f11617b4725" /><Relationship Type="http://schemas.openxmlformats.org/officeDocument/2006/relationships/notesSlide" Target="/ppt/notesSlides/notesSlide6.xml" Id="R4381229563134f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9f8b252434438" /><Relationship Type="http://schemas.openxmlformats.org/officeDocument/2006/relationships/notesSlide" Target="/ppt/notesSlides/notesSlide7.xml" Id="R80970632729049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730284d284ac9" /><Relationship Type="http://schemas.openxmlformats.org/officeDocument/2006/relationships/notesSlide" Target="/ppt/notesSlides/notesSlide8.xml" Id="R19d0c6c2a3354b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4FD34-4263-4154-86DC-33BDA410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틈지식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07AF1-3045-4CB1-828D-E3E7F0D7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733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잠깐의 틈에 스치는 기초지식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F9B94-1E58-46A2-AAC2-0202ED08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SIWC 기반 Android 학습 앱 · V4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C2E5B-250E-4C85-9B82-DE32603D61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965a5e7904880"/>
          <a:stretch xmlns:a="http://schemas.openxmlformats.org/drawingml/2006/main"/>
        </p:blipFill>
        <p:spPr>
          <a:xfrm xmlns:a="http://schemas.openxmlformats.org/drawingml/2006/main">
            <a:off x="8696325" y="1676400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00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4DE12-EC85-4AFA-B96D-471CC8D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문제와 대상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6FF4B-8F05-4305-8A0F-B2C10025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자격증 기초를 시작하려는 Android 사용자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B7D52-4D25-4952-842B-5B87846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긴 공부 시간을 매일 확보하기 어렵다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C6647-F1D4-4D79-A246-E01237EA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647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잠깐의 빈 시간에는 쉬운 개념을 스치고</a:t>
            </a:r>
          </a:p>
          <a:p xmlns:a="http://schemas.openxmlformats.org/drawingml/2006/main">
            <a:pPr algn="l">
              <a:def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앱을 열었을 때 상황형 문제로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87880-EBCB-4538-9B69-8D7B47C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학습 효과는 앞으로 확인할 가설이다.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D8293-5A16-4DDB-B98A-F49B39BE41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e87349d684283"/>
          <a:stretch xmlns:a="http://schemas.openxmlformats.org/drawingml/2006/main"/>
        </p:blipFill>
        <p:spPr>
          <a:xfrm xmlns:a="http://schemas.openxmlformats.org/drawingml/2006/main">
            <a:off x="8642033" y="1638300"/>
            <a:ext cx="2023110" cy="4495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90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C0EA6-72FE-4F84-8D17-0AE25C8A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두 층의 학습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7A719-5AEE-4EB3-84B7-7E38CDE8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잠금 화면·위젯과 앱 문제가 같은 기록으로 연결된다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E679B-AE3D-4E8F-8AE2-BE595B43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앱 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E4490-828B-4CC5-B608-C0DEE989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476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무음 O/X 카드와 크기별 홈 위젯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짧은 응답이 학습 기록에 남는다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FC0D9-C159-470A-92F0-4A1AF9A7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앱 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9B951-0F03-4E7F-87DE-95B84543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5742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하루 3·5·10문제, 다시 풀기, 개념 설명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해상도와 복습 순서가 바뀐다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FFB4E-0EEB-43CA-A809-641A4ADC5A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4bbbfa22d4bb2"/>
          <a:stretch xmlns:a="http://schemas.openxmlformats.org/drawingml/2006/main"/>
        </p:blipFill>
        <p:spPr>
          <a:xfrm xmlns:a="http://schemas.openxmlformats.org/drawingml/2006/main">
            <a:off x="2083522" y="3286125"/>
            <a:ext cx="8024955" cy="3190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24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C7D85-749C-4C7F-AEE1-1000F450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AI 맞춤 학습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9E801-512B-4B27-9969-6DEE26B0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연결과 동의가 있을 때만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E0924-CD82-49CB-A92B-83BD1931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A1D43-F061-4E49-AEA7-969A870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050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오답·완료된 대화에서 헷갈림의 근거를 찾는다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C1B94-0F17-404D-82B3-47C8A3D5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D706-24D2-495F-8352-552BF45C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194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SQLite에 개념별 헷갈림을 저장한다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AB27B-066E-4B73-B4D6-D2B549C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8EA6A-4C02-4E7D-8DBB-024AE1D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338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승인된 사실로 O/X 카드를 만들고 별도 검토한다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578A6-2F86-47C9-9159-3481F40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7D0E9-EF06-46B4-A521-2E987A31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482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카드 응답 뒤 다른 상황의 문제로 다시 확인한다</a:t>
            </a:r>
          </a:p>
        </p:txBody>
      </p:sp>
    </p:spTree>
    <p:extLst>
      <p:ext uri="{BB962C8B-B14F-4D97-AF65-F5344CB8AC3E}">
        <p14:creationId xmlns:p14="http://schemas.microsoft.com/office/powerpoint/2010/main" val="1841681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EF14F-CBA9-45A5-9073-C5AFBE0B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두 기술 요소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3C5F5-54B7-478E-B117-AA9C113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저장한 정보가 다음 행동을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8EA55-EA5F-4168-BE17-2975726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383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Long-term 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6E44A-3F7F-4EB8-ABDB-8980DF0A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49530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근거가 있는 헷갈림과 상태를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학습자·과목·개념별로 보존한다.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다음 카드와 7일 계획에 재사용한다.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B18CB-900B-49D0-A0E3-D7FFCDB2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383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자동화 워크플로우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A33DA-B775-4636-B194-C3380378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52700"/>
            <a:ext cx="49530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기록 수집과 AI 생성·검토를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Kotlin 카드 덱, 응답 수집,</a:t>
            </a:r>
          </a:p>
          <a:p xmlns:a="http://schemas.openxmlformats.org/drawingml/2006/main">
            <a:pPr algn="l">
              <a:def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확인 문제·메모리 갱신에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CEDB7-38D0-46B7-A44F-78D3E36A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원래 규칙: 카드 응답 24시간 뒤, 다른 날짜에 확인 문제</a:t>
            </a:r>
          </a:p>
        </p:txBody>
      </p:sp>
    </p:spTree>
    <p:extLst>
      <p:ext uri="{BB962C8B-B14F-4D97-AF65-F5344CB8AC3E}">
        <p14:creationId xmlns:p14="http://schemas.microsoft.com/office/powerpoint/2010/main" val="71655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F0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33732-BF27-4A9B-A4A4-B8CDD658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구조와 보호 장치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89E9B-86CE-4CF8-B0B2-BE0AE45D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화면, 학습 데이터, Android 기능의 책임을 나눴다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AFD84-25FF-4501-B731-40E0FF24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3248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React Native · Expo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364BF-BD3A-49CA-9B26-F9BFA38C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32480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화면, 문제, 복습 계산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AI 요청 조정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A95BB-B6F0-4D7F-9D9C-2651D96F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383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SQLite v6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A6F5D-0CF1-4C4A-A587-B5444FDF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학습 진도·근거 메모리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멱등 제출과 복구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8796D-560E-46AD-8DC5-D0B20202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3832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Kotlin 모듈 2개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CCB6A-0248-43BC-A1D5-D67090B0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28875"/>
            <a:ext cx="3771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SIWC·Keystore·SSE</a:t>
            </a:r>
          </a:p>
          <a:p xmlns:a="http://schemas.openxmlformats.org/drawingml/2006/main">
            <a:pPr algn="l">
              <a:def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잠금 화면 카드·홈 위젯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D8324-9F6C-4C83-940D-3CF8089A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AI 생성 표시 · 근거 확인 · 숨기기·삭제</a:t>
            </a:r>
          </a:p>
        </p:txBody>
      </p:sp>
    </p:spTree>
    <p:extLst>
      <p:ext uri="{BB962C8B-B14F-4D97-AF65-F5344CB8AC3E}">
        <p14:creationId xmlns:p14="http://schemas.microsoft.com/office/powerpoint/2010/main" val="121215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AD0AD-13AF-43F1-9959-A3C1915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구현과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A8551-FD53-43F0-B513-7EE77102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검증 범위를 나눠 기록했다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769A4-F09E-45E1-8068-2EFB49B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158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64ADE-FADC-479C-906F-B84E3BD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76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Jest 통과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367AD-3258-4DF5-A23A-34AB584E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621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59CB5-8C98-47B6-870A-F422A7A0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766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Kotlin/JUnit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E9890-3999-4C88-B3B9-17E8304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>
                <a:solidFill>
                  <a:srgbClr val="78DEB6"/>
                </a:solidFill>
                <a:latin typeface="Apple SD Gothic Neo"/>
                <a:ea typeface="Apple SD Gothic Neo"/>
                <a:cs typeface="Apple SD Gothic Neo"/>
              </a:rPr>
              <a:t>APK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E1DE5-BEB2-478F-BFCB-9809813A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766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Metro 없이 API36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3AA57-62D8-4FA6-B774-4B040C55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E8F0EA"/>
                </a:solidFill>
                <a:latin typeface="Apple SD Gothic Neo"/>
                <a:ea typeface="Apple SD Gothic Neo"/>
                <a:cs typeface="Apple SD Gothic Neo"/>
              </a:rPr>
              <a:t>기존 실제 계정 AI 흐름 확인 · V4 검수 5건 수정</a:t>
            </a:r>
          </a:p>
        </p:txBody>
      </p:sp>
    </p:spTree>
    <p:extLst>
      <p:ext uri="{BB962C8B-B14F-4D97-AF65-F5344CB8AC3E}">
        <p14:creationId xmlns:p14="http://schemas.microsoft.com/office/powerpoint/2010/main" val="962427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2772D-46B0-4581-A7CE-8097DA4B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21513"/>
                </a:solidFill>
                <a:latin typeface="Apple SD Gothic Neo"/>
                <a:ea typeface="Apple SD Gothic Neo"/>
                <a:cs typeface="Apple SD Gothic Neo"/>
              </a:rPr>
              <a:t>시연과 남은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B0D31-94DD-465E-B23A-D5F461C3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APK는 로컬 시연용 산출물이다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C1FF0-D1D6-4222-98D2-30EABFE8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207354"/>
                </a:solidFill>
                <a:latin typeface="Apple SD Gothic Neo"/>
                <a:ea typeface="Apple SD Gothic Neo"/>
                <a:cs typeface="Apple SD Gothic Neo"/>
              </a:rPr>
              <a:t>시연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6742F-3051-4179-8D1C-3FC7F6C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05727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과목 받기 → 카드·위젯 → 앱 문제</a:t>
            </a:r>
          </a:p>
          <a:p xmlns:a="http://schemas.openxmlformats.org/drawingml/2006/main">
            <a: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→ ChatGPT 연결 → 헷갈림·AI 카드</a:t>
            </a:r>
          </a:p>
          <a:p xmlns:a="http://schemas.openxmlformats.org/drawingml/2006/main">
            <a:pPr algn="l">
              <a:def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→ 확인 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23C16-8E4F-4460-AA99-3D521B3A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시연용 빌드는 대기 시간과 하루 한도를 단축한다.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43D4F-BFC4-4CE3-96B8-49A6EBB3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1C"/>
                </a:solidFill>
                <a:latin typeface="Apple SD Gothic Neo"/>
                <a:ea typeface="Apple SD Gothic Neo"/>
                <a:cs typeface="Apple SD Gothic Neo"/>
              </a:rPr>
              <a:t>개인 수행: 기획, 화면·Kotlin 구현, 자동 검증, APK 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59692-42F4-4D8E-BAD2-068AAFA2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054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defPPr>
            <a:lvl1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1pPr>
            <a:lvl2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2pPr>
            <a:lvl3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3pPr>
            <a:lvl4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4pPr>
            <a:lvl5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5pPr>
            <a:lvl6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6pPr>
            <a:lvl7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7pPr>
            <a:lvl8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8pPr>
            <a:lvl9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2645B"/>
                </a:solidFill>
                <a:latin typeface="Apple SD Gothic Neo"/>
                <a:ea typeface="Apple SD Gothic Neo"/>
                <a:cs typeface="Apple SD Gothic Neo"/>
              </a:rPr>
              <a:t>외부 다운로드 링크·전용 서명·물리 기기별 확인은 아직 없다.</a:t>
            </a:r>
          </a:p>
        </p:txBody>
      </p:sp>
    </p:spTree>
    <p:extLst>
      <p:ext uri="{BB962C8B-B14F-4D97-AF65-F5344CB8AC3E}">
        <p14:creationId xmlns:p14="http://schemas.microsoft.com/office/powerpoint/2010/main" val="356118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2026-10-19T02:32:14.2960000Z</dcterms:created>
  <dcterms:modified xsi:type="dcterms:W3CDTF">2026-10-19T02:32:14.2960000Z</dcterms:modified>
</coreProperties>
</file>