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400f895ce34b41" /><Relationship Type="http://schemas.openxmlformats.org/officeDocument/2006/relationships/extended-properties" Target="/docProps/app.xml" Id="R17c988ae8d634f55" /><Relationship Type="http://schemas.openxmlformats.org/officeDocument/2006/relationships/officeDocument" Target="/ppt/presentation.xml" Id="R5b2bcf6ffd7a4c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8a4ba681d44a6f"/>
  </p:sldMasterIdLst>
  <p:notesMasterIdLst>
    <p:notesMasterId xmlns:r="http://schemas.openxmlformats.org/officeDocument/2006/relationships" r:id="R5a9e194c29d44405"/>
  </p:notesMasterIdLst>
  <p:sldIdLst>
    <p:sldId xmlns:r="http://schemas.openxmlformats.org/officeDocument/2006/relationships" id="256" r:id="Rbb747b5e18304610"/>
    <p:sldId xmlns:r="http://schemas.openxmlformats.org/officeDocument/2006/relationships" id="257" r:id="Ra559a73378c2493d"/>
    <p:sldId xmlns:r="http://schemas.openxmlformats.org/officeDocument/2006/relationships" id="258" r:id="R48fdc085e75f46fd"/>
    <p:sldId xmlns:r="http://schemas.openxmlformats.org/officeDocument/2006/relationships" id="259" r:id="Rdcb213c0768f4e8a"/>
    <p:sldId xmlns:r="http://schemas.openxmlformats.org/officeDocument/2006/relationships" id="260" r:id="R68746f4a70af4e22"/>
    <p:sldId xmlns:r="http://schemas.openxmlformats.org/officeDocument/2006/relationships" id="261" r:id="Rdeceac725fe74668"/>
    <p:sldId xmlns:r="http://schemas.openxmlformats.org/officeDocument/2006/relationships" id="262" r:id="Rc744d19ca86046cf"/>
    <p:sldId xmlns:r="http://schemas.openxmlformats.org/officeDocument/2006/relationships" id="263" r:id="Rfed8af0818454b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e5654e95244b13" /><Relationship Type="http://schemas.openxmlformats.org/officeDocument/2006/relationships/slideMaster" Target="/ppt/slideMasters/slideMaster1.xml" Id="R828a4ba681d44a6f" /><Relationship Type="http://schemas.openxmlformats.org/officeDocument/2006/relationships/notesMaster" Target="/ppt/notesMasters/notesMaster1.xml" Id="R5a9e194c29d44405" /><Relationship Type="http://schemas.openxmlformats.org/officeDocument/2006/relationships/presProps" Target="/ppt/presProps.xml" Id="Rc1ddeaebe59b49d8" /><Relationship Type="http://schemas.openxmlformats.org/officeDocument/2006/relationships/tableStyles" Target="/ppt/tableStyles.xml" Id="Ra72a2ce32ec54331" /><Relationship Type="http://schemas.openxmlformats.org/officeDocument/2006/relationships/slide" Target="/ppt/slides/slide1.xml" Id="Rbb747b5e18304610" /><Relationship Type="http://schemas.openxmlformats.org/officeDocument/2006/relationships/slide" Target="/ppt/slides/slide2.xml" Id="Ra559a73378c2493d" /><Relationship Type="http://schemas.openxmlformats.org/officeDocument/2006/relationships/slide" Target="/ppt/slides/slide3.xml" Id="R48fdc085e75f46fd" /><Relationship Type="http://schemas.openxmlformats.org/officeDocument/2006/relationships/slide" Target="/ppt/slides/slide4.xml" Id="Rdcb213c0768f4e8a" /><Relationship Type="http://schemas.openxmlformats.org/officeDocument/2006/relationships/slide" Target="/ppt/slides/slide5.xml" Id="R68746f4a70af4e22" /><Relationship Type="http://schemas.openxmlformats.org/officeDocument/2006/relationships/slide" Target="/ppt/slides/slide6.xml" Id="Rdeceac725fe74668" /><Relationship Type="http://schemas.openxmlformats.org/officeDocument/2006/relationships/slide" Target="/ppt/slides/slide7.xml" Id="Rc744d19ca86046cf" /><Relationship Type="http://schemas.openxmlformats.org/officeDocument/2006/relationships/slide" Target="/ppt/slides/slide8.xml" Id="Rfed8af0818454b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469c262c2b4c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9d5dfef0b5411b" /><Relationship Type="http://schemas.openxmlformats.org/officeDocument/2006/relationships/notesMaster" Target="/ppt/notesMasters/notesMaster1.xml" Id="Ra52ae99b78e842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db56f3c2234598" /><Relationship Type="http://schemas.openxmlformats.org/officeDocument/2006/relationships/notesMaster" Target="/ppt/notesMasters/notesMaster1.xml" Id="Rd14aa79668b045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0bbecca80749b8" /><Relationship Type="http://schemas.openxmlformats.org/officeDocument/2006/relationships/notesMaster" Target="/ppt/notesMasters/notesMaster1.xml" Id="R58dc8edb72494d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fe2f03b1194826" /><Relationship Type="http://schemas.openxmlformats.org/officeDocument/2006/relationships/notesMaster" Target="/ppt/notesMasters/notesMaster1.xml" Id="R7da0ee22081442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4d57e23db84ac4" /><Relationship Type="http://schemas.openxmlformats.org/officeDocument/2006/relationships/notesMaster" Target="/ppt/notesMasters/notesMaster1.xml" Id="R3aa3bc25c7884a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9c7f558ceb4466" /><Relationship Type="http://schemas.openxmlformats.org/officeDocument/2006/relationships/notesMaster" Target="/ppt/notesMasters/notesMaster1.xml" Id="R385986b5dc244f1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cbd2e122b242da" /><Relationship Type="http://schemas.openxmlformats.org/officeDocument/2006/relationships/notesMaster" Target="/ppt/notesMasters/notesMaster1.xml" Id="R70d9320af61d450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0ce3a8087c4b92" /><Relationship Type="http://schemas.openxmlformats.org/officeDocument/2006/relationships/notesMaster" Target="/ppt/notesMasters/notesMaster1.xml" Id="R6079bc8adcd047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개인 프로젝트. 2026-10-19 구현 기준. 근거: README.md, docs/PROJECT_PROPOSAL.md.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docs/PROJECT_PROPOSAL.md, docs/V4_FIXES.md. 오른쪽 이미지는 API36 V4 화면 검증 캡처다. 학습 효과 측정 결과가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README.md, docs/ARCHITECTURE.md. 위젯 이미지는 개발 중 실제 Android 캡처이며 기본 콘텐츠 예시다.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docs/PLAN_V4.md, docs/ARCHITECTURE.md, docs/VERIFICATION.md. 자동 검토는 전문가의 사실 검수가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docs/PROJECT_PROPOSAL.md, docs/ARCHITECTURE.md, docs/PLAN_V4.md. 기술 요소는 구현 대응이며 과제 인정 여부를 단정하지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docs/ARCHITECTURE.md, docs/SIWC_STATUS.md, docs/REQUIREMENTS.md.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158 Jest는 2026-10-19 V4.UX1 WORK_LOG. Kotlin 35+17=52는 V4.FIX 재실행 기록. APK는 2026-10-19 시연용 arm64 release, debug key 서명. 근거: docs/WORK_LOG.md, docs/VERIFICATION.md.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docs/INSTALL.md, docs/BUILD.md, docs/WORK_LOG.md, docs/VERIFICATION.md. 시연용 APK의 단축 규칙을 일반 배포 검증으로 혼동하지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4afb20f0e241e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72e938d8a14da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c8c954501b499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cef877b979433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264aa4178e4c0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19070dab6641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D35C7D-2170-45AA-918D-D2236C1A56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810F01B-6E50-49C8-ABD4-A816FC45061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80B017D-0974-4F27-B9F1-240DE3E739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2850E42-6AB6-4FAE-8732-F8F424AF0C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D937BF7-8527-4F8F-A415-30B34EFFB1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225A348-4332-4995-A3F8-1E69E430B2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265BAC5-D703-4BE5-BD49-EB51BC3616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3550FB4-DDC7-49EE-A363-05F5ADF8C11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ADC106D-5001-4605-B412-514BC08FAF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8C30D7D-6D2B-4506-ABDA-536354DF4F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02cb27e71343f9" /><Relationship Type="http://schemas.openxmlformats.org/officeDocument/2006/relationships/slideLayout" Target="/ppt/slideLayouts/slideLayout1.xml" Id="R4abdd612a8334e6e" /><Relationship Type="http://schemas.openxmlformats.org/officeDocument/2006/relationships/slideLayout" Target="/ppt/slideLayouts/slideLayout2.xml" Id="Rc25368f95ea24639" /><Relationship Type="http://schemas.openxmlformats.org/officeDocument/2006/relationships/slideLayout" Target="/ppt/slideLayouts/slideLayout3.xml" Id="R6b2e0ed2751f4900" /><Relationship Type="http://schemas.openxmlformats.org/officeDocument/2006/relationships/slideLayout" Target="/ppt/slideLayouts/slideLayout4.xml" Id="R38a3cafc11844321" /><Relationship Type="http://schemas.openxmlformats.org/officeDocument/2006/relationships/slideLayout" Target="/ppt/slideLayouts/slideLayout5.xml" Id="R683bb79405bc477c" /><Relationship Type="http://schemas.openxmlformats.org/officeDocument/2006/relationships/slideLayout" Target="/ppt/slideLayouts/slideLayout6.xml" Id="R8e770f6c700d49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bdd612a8334e6e"/>
    <p:sldLayoutId xmlns:r="http://schemas.openxmlformats.org/officeDocument/2006/relationships" id="2147483650" r:id="Rc25368f95ea24639"/>
    <p:sldLayoutId xmlns:r="http://schemas.openxmlformats.org/officeDocument/2006/relationships" id="2147483651" r:id="R6b2e0ed2751f4900"/>
    <p:sldLayoutId xmlns:r="http://schemas.openxmlformats.org/officeDocument/2006/relationships" id="2147483652" r:id="R38a3cafc11844321"/>
    <p:sldLayoutId xmlns:r="http://schemas.openxmlformats.org/officeDocument/2006/relationships" id="2147483653" r:id="R683bb79405bc477c"/>
    <p:sldLayoutId xmlns:r="http://schemas.openxmlformats.org/officeDocument/2006/relationships" id="2147483654" r:id="R8e770f6c700d49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d2e8a8f57d4087" /><Relationship Type="http://schemas.openxmlformats.org/officeDocument/2006/relationships/image" Target="/ppt/media/image.png" Id="R1560a13f42fa4e72" /><Relationship Type="http://schemas.openxmlformats.org/officeDocument/2006/relationships/notesSlide" Target="/ppt/notesSlides/notesSlide1.xml" Id="R67c13c8bff944e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11ad3d7303445f" /><Relationship Type="http://schemas.openxmlformats.org/officeDocument/2006/relationships/image" Target="/ppt/media/image2.png" Id="R48cea8001ad6403a" /><Relationship Type="http://schemas.openxmlformats.org/officeDocument/2006/relationships/notesSlide" Target="/ppt/notesSlides/notesSlide2.xml" Id="R95201e9df78246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99e9378bea4002" /><Relationship Type="http://schemas.openxmlformats.org/officeDocument/2006/relationships/image" Target="/ppt/media/image3.png" Id="R01fd8c9f040d4f12" /><Relationship Type="http://schemas.openxmlformats.org/officeDocument/2006/relationships/notesSlide" Target="/ppt/notesSlides/notesSlide3.xml" Id="R76af0e70287341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89937500d84692" /><Relationship Type="http://schemas.openxmlformats.org/officeDocument/2006/relationships/notesSlide" Target="/ppt/notesSlides/notesSlide4.xml" Id="Rd86c45720d7844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daf31bb6e34c0a" /><Relationship Type="http://schemas.openxmlformats.org/officeDocument/2006/relationships/notesSlide" Target="/ppt/notesSlides/notesSlide5.xml" Id="Rc2153b4a724042e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bad9b7ae1a4032" /><Relationship Type="http://schemas.openxmlformats.org/officeDocument/2006/relationships/notesSlide" Target="/ppt/notesSlides/notesSlide6.xml" Id="R03ba9c09406f49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b2fab0bde94b65" /><Relationship Type="http://schemas.openxmlformats.org/officeDocument/2006/relationships/notesSlide" Target="/ppt/notesSlides/notesSlide7.xml" Id="Ra2102c6740614c6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f14ec8f4034d2d" /><Relationship Type="http://schemas.openxmlformats.org/officeDocument/2006/relationships/notesSlide" Target="/ppt/notesSlides/notesSlide8.xml" Id="Ra8795e9a05e244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15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8E83BA-78D1-49FE-A555-0A555023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7048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70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570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570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570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570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570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570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570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570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570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70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rPr>
              <a:t>틈지식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06697F-3F76-4541-AA8B-5D054DFC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9875"/>
            <a:ext cx="7334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62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62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62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62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62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62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62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62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62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62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rPr>
              <a:t>잠깐의 틈에 스치는 기초지식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B42E91-116B-427F-8620-6D94C7A2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8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8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8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8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8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8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8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8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8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rPr>
              <a:t>SIWC 기반 Android 학습 앱 · V4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9728E0-DB3A-4290-B42D-D98A9A4B31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60a13f42fa4e72"/>
          <a:stretch xmlns:a="http://schemas.openxmlformats.org/drawingml/2006/main"/>
        </p:blipFill>
        <p:spPr>
          <a:xfrm xmlns:a="http://schemas.openxmlformats.org/drawingml/2006/main">
            <a:off x="8696325" y="1676400"/>
            <a:ext cx="2095500" cy="2095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3129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8DFA20-F50B-4F57-8EE8-37B1C615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rPr>
              <a:t>문제와 대상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C5F5AB-5FF3-4E95-B30B-FA0CAC43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rPr>
              <a:t>자격증 기초를 시작하려는 Android 사용자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8E2A2B-B735-42F4-B393-1A41F3AC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666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925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925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925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925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925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925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925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925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925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rPr>
              <a:t>긴 공부 시간을 매일 확보하기 어렵다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3D2FD9-B544-4169-9FDE-84286C71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47975"/>
            <a:ext cx="64770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175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175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175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175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175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175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175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175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175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rPr>
              <a:t>잠깐의 빈 시간에는 쉬운 개념을 스치고</a:t>
            </a:r>
          </a:p>
          <a:p xmlns:a="http://schemas.openxmlformats.org/drawingml/2006/main">
            <a:pPr algn="l">
              <a:defRPr sz="2175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rPr>
              <a:t>앱을 열었을 때 상황형 문제로 확인한다.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A8B8D7-D9CE-47DC-8FA0-C29AB3BE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6477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650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650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650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650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650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650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650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650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650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rPr>
              <a:t>학습 효과는 앞으로 확인할 가설이다.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5FDA62-292B-4111-A7E4-3F38A29E98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cea8001ad6403a"/>
          <a:stretch xmlns:a="http://schemas.openxmlformats.org/drawingml/2006/main"/>
        </p:blipFill>
        <p:spPr>
          <a:xfrm xmlns:a="http://schemas.openxmlformats.org/drawingml/2006/main">
            <a:off x="8642033" y="1638300"/>
            <a:ext cx="2023110" cy="4495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871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8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ACE6E5-A188-426F-8D64-2894EE93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rPr>
              <a:t>두 층의 학습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E5F456-63AE-4EDF-A816-910B0BD9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rPr>
              <a:t>잠금 화면·위젯과 앱 문제가 같은 기록으로 연결된다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939F4A-6F4B-45A1-8A68-D325C7A0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250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250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250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250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250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250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250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250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250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rPr>
              <a:t>앱 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C7C91B-0DB1-4BE4-99D6-81A9AE18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4476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rPr>
              <a:t>무음 O/X 카드와 크기별 홈 위젯</a:t>
            </a:r>
          </a:p>
          <a:p xmlns:a="http://schemas.openxmlformats.org/drawingml/2006/main">
            <a: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rPr>
              <a:t>짧은 응답이 학습 기록에 남는다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1F4F5E-C280-4BCE-BD5A-57A216BC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621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250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250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250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250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250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250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250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250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250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rPr>
              <a:t>앱 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F8830B-E582-4C15-9332-1FC1FE37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57425"/>
            <a:ext cx="4857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rPr>
              <a:t>하루 3·5·10문제, 다시 풀기, 개념 설명</a:t>
            </a:r>
          </a:p>
          <a:p xmlns:a="http://schemas.openxmlformats.org/drawingml/2006/main">
            <a: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rPr>
              <a:t>해상도와 복습 순서가 바뀐다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C31FFE-B358-461C-AF42-672368F0C7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fd8c9f040d4f12"/>
          <a:stretch xmlns:a="http://schemas.openxmlformats.org/drawingml/2006/main"/>
        </p:blipFill>
        <p:spPr>
          <a:xfrm xmlns:a="http://schemas.openxmlformats.org/drawingml/2006/main">
            <a:off x="2083522" y="3286125"/>
            <a:ext cx="8024955" cy="3190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4498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215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79F1D1-B82C-4C70-B025-7A1E907A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85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85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85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85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85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85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85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85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85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rPr>
              <a:t>AI 맞춤 학습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F6D2A5-247C-4198-88AA-BDAC218C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57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57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57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57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57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57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57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57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57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rPr>
              <a:t>연결과 동의가 있을 때만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F44572-2483-49CF-A6C8-1B5F76AC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6398EA-D198-4B8C-9E49-72EED270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90500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rPr>
              <a:t>오답·완료된 대화에서 헷갈림의 근거를 찾는다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11731E-1F29-43D5-B74B-A90F8476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19B7C8-1B55-4F15-8CAE-03CFD1FF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1940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rPr>
              <a:t>SQLite에 개념별 헷갈림을 저장한다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FC9CED-7E55-43B6-B123-3BADBBAA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C73A17-924B-43C8-A1C2-465D767B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73380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rPr>
              <a:t>승인된 사실로 O/X 카드를 만들고 별도 검토한다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6309A8-F9E6-4261-8C92-6C97C10A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FDEA89-052F-4363-994A-3952A9E7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64820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rPr>
              <a:t>카드 응답 뒤 다른 상황의 문제로 다시 확인한다</a:t>
            </a:r>
          </a:p>
        </p:txBody>
      </p:sp>
    </p:spTree>
    <p:extLst>
      <p:ext uri="{BB962C8B-B14F-4D97-AF65-F5344CB8AC3E}">
        <p14:creationId xmlns:p14="http://schemas.microsoft.com/office/powerpoint/2010/main" val="4806915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B592FF-691F-44F7-B00B-8D30B490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rPr>
              <a:t>두 기술 요소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BDAB01-BDC9-4350-9660-C16599A3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rPr>
              <a:t>저장한 정보가 다음 행동을 바꾼다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4497E6-9C59-492E-B9FD-3507DB2C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38325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7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7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7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7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7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7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7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7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7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rPr>
              <a:t>Long-term Memory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43CAF3-C69A-4D0E-B02E-525F9204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52700"/>
            <a:ext cx="4953000" cy="1914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87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87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87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87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87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87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87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87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87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rPr>
              <a:t>근거가 있는 헷갈림과 상태를</a:t>
            </a:r>
          </a:p>
          <a:p xmlns:a="http://schemas.openxmlformats.org/drawingml/2006/main">
            <a:pPr algn="l">
              <a:defRPr sz="187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rPr>
              <a:t>학습자·과목·개념별로 보존한다.</a:t>
            </a:r>
          </a:p>
          <a:p xmlns:a="http://schemas.openxmlformats.org/drawingml/2006/main">
            <a:pPr algn="l">
              <a:defRPr sz="187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rPr>
              <a:t>다음 카드와 7일 계획에 재사용한다.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BB7396-22E7-4C20-A692-157777A5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838325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7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7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7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7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7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7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7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7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7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rPr>
              <a:t>자동화 워크플로우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B52293-F66C-4A88-AE0E-E13ECC80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552700"/>
            <a:ext cx="4953000" cy="1914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87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87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87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87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87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87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87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87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87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rPr>
              <a:t>기록 수집과 AI 생성·검토를</a:t>
            </a:r>
          </a:p>
          <a:p xmlns:a="http://schemas.openxmlformats.org/drawingml/2006/main">
            <a:pPr algn="l">
              <a:defRPr sz="187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rPr>
              <a:t>Kotlin 카드 덱, 응답 수집,</a:t>
            </a:r>
          </a:p>
          <a:p xmlns:a="http://schemas.openxmlformats.org/drawingml/2006/main">
            <a:pPr algn="l">
              <a:defRPr sz="187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rPr>
              <a:t>확인 문제·메모리 갱신에 연결한다.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2BD437-5C41-4D31-AF35-3F0EC55D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67325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650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650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650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650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650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650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650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650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650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rPr>
              <a:t>원래 규칙: 카드 응답 24시간 뒤, 다른 날짜에 확인 문제</a:t>
            </a:r>
          </a:p>
        </p:txBody>
      </p:sp>
    </p:spTree>
    <p:extLst>
      <p:ext uri="{BB962C8B-B14F-4D97-AF65-F5344CB8AC3E}">
        <p14:creationId xmlns:p14="http://schemas.microsoft.com/office/powerpoint/2010/main" val="19368590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8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F0C54D-5470-411E-AE69-033CBA57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rPr>
              <a:t>구조와 보호 장치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6D2446-312D-408D-9FFF-0CAF5EA2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rPr>
              <a:t>화면, 학습 데이터, Android 기능의 책임을 나눴다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0E0E7A-0AC4-453D-A4EC-629BD921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38325"/>
            <a:ext cx="3248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rPr>
              <a:t>React Native · Expo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625480-C3AB-4826-9A54-1BC466E1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28875"/>
            <a:ext cx="324802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rPr>
              <a:t>화면, 문제, 복습 계산</a:t>
            </a:r>
          </a:p>
          <a:p xmlns:a="http://schemas.openxmlformats.org/drawingml/2006/main">
            <a: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rPr>
              <a:t>AI 요청 조정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386BB5-0912-46A3-B075-831E6FBF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38325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rPr>
              <a:t>SQLite v6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04CD99-8B9F-488E-8212-E307807D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28875"/>
            <a:ext cx="2762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rPr>
              <a:t>학습 진도·근거 메모리</a:t>
            </a:r>
          </a:p>
          <a:p xmlns:a="http://schemas.openxmlformats.org/drawingml/2006/main">
            <a: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rPr>
              <a:t>멱등 제출과 복구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A3C049-7016-46EB-94E8-9F6EEB25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838325"/>
            <a:ext cx="377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rPr>
              <a:t>Kotlin 모듈 2개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BCC656-3D0B-42BE-A588-929D2D2E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428875"/>
            <a:ext cx="3771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rPr>
              <a:t>SIWC·Keystore·SSE</a:t>
            </a:r>
          </a:p>
          <a:p xmlns:a="http://schemas.openxmlformats.org/drawingml/2006/main">
            <a: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rPr>
              <a:t>잠금 화면 카드·홈 위젯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7AF16D-8AC0-4CAA-8E88-40FF3D69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950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950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950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950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950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950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950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950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950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rPr>
              <a:t>AI 생성 표시 · 근거 확인 · 숨기기·삭제</a:t>
            </a:r>
          </a:p>
        </p:txBody>
      </p:sp>
    </p:spTree>
    <p:extLst>
      <p:ext uri="{BB962C8B-B14F-4D97-AF65-F5344CB8AC3E}">
        <p14:creationId xmlns:p14="http://schemas.microsoft.com/office/powerpoint/2010/main" val="9593460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15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D2429E-8115-4E1A-A376-DBD12D5D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85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85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85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85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85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85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85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85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85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rPr>
              <a:t>구현과 검증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CBABBC-5C65-49AD-8857-092CC6D6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57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57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57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57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57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57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57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57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57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rPr>
              <a:t>검증 범위를 나눠 기록했다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FF5973-B0D6-4ADA-95CE-12BDEC8F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62150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3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73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73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73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73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73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73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73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73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73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73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3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rPr>
              <a:t>158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6ED213-F94F-40F0-A6BB-C369339B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27660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1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1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1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1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1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1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1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1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1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rPr>
              <a:t>Jest 통과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AFD25E-6395-4B14-93E1-A6258804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6215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3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73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73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73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73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73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73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73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73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73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73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3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rPr>
              <a:t>52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275869-5BBD-43BB-B531-E0D6AE68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27660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1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1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1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1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1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1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1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1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1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rPr>
              <a:t>Kotlin/JUnit 확인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358DAC-D0D8-4D55-B428-D3022A51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62150"/>
            <a:ext cx="342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8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58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58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58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58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58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58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58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58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58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58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8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rPr>
              <a:t>APK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E10C84-7E8C-4BD4-BEC1-CC2D0170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276600"/>
            <a:ext cx="333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8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8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8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8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8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8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8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8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8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rPr>
              <a:t>Metro 없이 API36 실행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E23A7C-AC0C-4BE3-AC87-089793D23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10715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8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8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8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8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8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8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8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8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8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rPr>
              <a:t>기존 실제 계정 AI 흐름 확인 · V4 검수 5건 수정</a:t>
            </a:r>
          </a:p>
        </p:txBody>
      </p:sp>
    </p:spTree>
    <p:extLst>
      <p:ext uri="{BB962C8B-B14F-4D97-AF65-F5344CB8AC3E}">
        <p14:creationId xmlns:p14="http://schemas.microsoft.com/office/powerpoint/2010/main" val="6546421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E650D5-F575-4B70-A9EC-26892CB2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rPr>
              <a:t>시연과 남은 경계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F23B75-B040-46B0-A123-0479ED74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rPr>
              <a:t>APK는 로컬 시연용 산출물이다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5E0B6A-341E-41ED-85DE-F8DC5446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19275"/>
            <a:ext cx="319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4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4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4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4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4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4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4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4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4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rPr>
              <a:t>시연 순서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2DB799-62CD-4061-9B87-E87A4927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95550"/>
            <a:ext cx="1057275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1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1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1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1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1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1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1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1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1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rPr>
              <a:t>과목 받기 → 카드·위젯 → 앱 문제</a:t>
            </a:r>
          </a:p>
          <a:p xmlns:a="http://schemas.openxmlformats.org/drawingml/2006/main">
            <a:pPr algn="l">
              <a:defRPr sz="21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rPr>
              <a:t>→ ChatGPT 연결 → 헷갈림·AI 카드</a:t>
            </a:r>
          </a:p>
          <a:p xmlns:a="http://schemas.openxmlformats.org/drawingml/2006/main">
            <a:pPr algn="l">
              <a:defRPr sz="21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rPr>
              <a:t>→ 확인 문제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7BA562-B145-45B8-AE52-4A5B12CE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800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800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800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800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800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800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800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800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800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rPr>
              <a:t>시연용 빌드는 대기 시간과 하루 한도를 단축한다.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C8368E-EED6-474A-858A-4C1F630E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81600"/>
            <a:ext cx="10572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800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800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800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800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800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800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800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800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800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rPr>
              <a:t>외부 다운로드 링크·전용 서명·물리 기기별 확인은 아직 없다.</a:t>
            </a:r>
          </a:p>
        </p:txBody>
      </p:sp>
    </p:spTree>
    <p:extLst>
      <p:ext uri="{BB962C8B-B14F-4D97-AF65-F5344CB8AC3E}">
        <p14:creationId xmlns:p14="http://schemas.microsoft.com/office/powerpoint/2010/main" val="14859854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2026-10-19T02:29:31.5020000Z</dcterms:created>
  <dcterms:modified xsi:type="dcterms:W3CDTF">2026-10-19T02:29:31.5020000Z</dcterms:modified>
</coreProperties>
</file>