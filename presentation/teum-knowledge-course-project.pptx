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dee1c0f31b4e92" /><Relationship Type="http://schemas.openxmlformats.org/officeDocument/2006/relationships/extended-properties" Target="/docProps/app.xml" Id="Reca48c6917044151" /><Relationship Type="http://schemas.openxmlformats.org/officeDocument/2006/relationships/officeDocument" Target="/ppt/presentation.xml" Id="R370d8d28c8c64a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550780c89b47ea"/>
  </p:sldMasterIdLst>
  <p:notesMasterIdLst>
    <p:notesMasterId xmlns:r="http://schemas.openxmlformats.org/officeDocument/2006/relationships" r:id="R182dfa0e504e4ad5"/>
  </p:notesMasterIdLst>
  <p:sldIdLst>
    <p:sldId xmlns:r="http://schemas.openxmlformats.org/officeDocument/2006/relationships" id="256" r:id="R4f733c00b1a94537"/>
    <p:sldId xmlns:r="http://schemas.openxmlformats.org/officeDocument/2006/relationships" id="257" r:id="R4b80470333c6410c"/>
    <p:sldId xmlns:r="http://schemas.openxmlformats.org/officeDocument/2006/relationships" id="258" r:id="R7324fe52cb784c02"/>
    <p:sldId xmlns:r="http://schemas.openxmlformats.org/officeDocument/2006/relationships" id="259" r:id="Rf17c4db9b9054694"/>
    <p:sldId xmlns:r="http://schemas.openxmlformats.org/officeDocument/2006/relationships" id="260" r:id="Ra64e2dba151644ba"/>
    <p:sldId xmlns:r="http://schemas.openxmlformats.org/officeDocument/2006/relationships" id="261" r:id="Rb04a980772904711"/>
    <p:sldId xmlns:r="http://schemas.openxmlformats.org/officeDocument/2006/relationships" id="262" r:id="R99be631f3406412c"/>
    <p:sldId xmlns:r="http://schemas.openxmlformats.org/officeDocument/2006/relationships" id="263" r:id="Rd99b631f074740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2ce6ebd49040cc" /><Relationship Type="http://schemas.openxmlformats.org/officeDocument/2006/relationships/slideMaster" Target="/ppt/slideMasters/slideMaster1.xml" Id="Re8550780c89b47ea" /><Relationship Type="http://schemas.openxmlformats.org/officeDocument/2006/relationships/notesMaster" Target="/ppt/notesMasters/notesMaster1.xml" Id="R182dfa0e504e4ad5" /><Relationship Type="http://schemas.openxmlformats.org/officeDocument/2006/relationships/presProps" Target="/ppt/presProps.xml" Id="R9be01c56793145ef" /><Relationship Type="http://schemas.openxmlformats.org/officeDocument/2006/relationships/tableStyles" Target="/ppt/tableStyles.xml" Id="Rb72743b4462e4769" /><Relationship Type="http://schemas.openxmlformats.org/officeDocument/2006/relationships/slide" Target="/ppt/slides/slide1.xml" Id="R4f733c00b1a94537" /><Relationship Type="http://schemas.openxmlformats.org/officeDocument/2006/relationships/slide" Target="/ppt/slides/slide2.xml" Id="R4b80470333c6410c" /><Relationship Type="http://schemas.openxmlformats.org/officeDocument/2006/relationships/slide" Target="/ppt/slides/slide3.xml" Id="R7324fe52cb784c02" /><Relationship Type="http://schemas.openxmlformats.org/officeDocument/2006/relationships/slide" Target="/ppt/slides/slide4.xml" Id="Rf17c4db9b9054694" /><Relationship Type="http://schemas.openxmlformats.org/officeDocument/2006/relationships/slide" Target="/ppt/slides/slide5.xml" Id="Ra64e2dba151644ba" /><Relationship Type="http://schemas.openxmlformats.org/officeDocument/2006/relationships/slide" Target="/ppt/slides/slide6.xml" Id="Rb04a980772904711" /><Relationship Type="http://schemas.openxmlformats.org/officeDocument/2006/relationships/slide" Target="/ppt/slides/slide7.xml" Id="R99be631f3406412c" /><Relationship Type="http://schemas.openxmlformats.org/officeDocument/2006/relationships/slide" Target="/ppt/slides/slide8.xml" Id="Rd99b631f074740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8d0017d92b415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89ebf2063d4027" /><Relationship Type="http://schemas.openxmlformats.org/officeDocument/2006/relationships/notesMaster" Target="/ppt/notesMasters/notesMaster1.xml" Id="R0b6bbe924c0040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ec1ae1a6184d8d" /><Relationship Type="http://schemas.openxmlformats.org/officeDocument/2006/relationships/notesMaster" Target="/ppt/notesMasters/notesMaster1.xml" Id="R28d4f26e154c45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d7b45292244f7b" /><Relationship Type="http://schemas.openxmlformats.org/officeDocument/2006/relationships/notesMaster" Target="/ppt/notesMasters/notesMaster1.xml" Id="Re64b836f36464b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cc80e9473146e6" /><Relationship Type="http://schemas.openxmlformats.org/officeDocument/2006/relationships/notesMaster" Target="/ppt/notesMasters/notesMaster1.xml" Id="Ra5ed67655e4a485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1cbdb6bbb3454d" /><Relationship Type="http://schemas.openxmlformats.org/officeDocument/2006/relationships/notesMaster" Target="/ppt/notesMasters/notesMaster1.xml" Id="R04b256d7182d47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bbbd8dc42b49fc" /><Relationship Type="http://schemas.openxmlformats.org/officeDocument/2006/relationships/notesMaster" Target="/ppt/notesMasters/notesMaster1.xml" Id="R806bafacacaa44b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4daa41e01746b5" /><Relationship Type="http://schemas.openxmlformats.org/officeDocument/2006/relationships/notesMaster" Target="/ppt/notesMasters/notesMaster1.xml" Id="Ref29e70efc664a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13fc11ed4d4359" /><Relationship Type="http://schemas.openxmlformats.org/officeDocument/2006/relationships/notesMaster" Target="/ppt/notesMasters/notesMaster1.xml" Id="R470a14b5e7fa4c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프로젝트. 2026-10-19 구현 기준. 근거: README.md, docs/PROJECT_PROPOSAL.md.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docs/PROJECT_PROPOSAL.md, docs/V4_FIXES.md. 오른쪽 이미지는 API36 V4 화면 검증 캡처다. 학습 효과 측정 결과가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README.md, docs/ARCHITECTURE.md. 위젯 이미지는 개발 중 실제 Android 캡처이며 기본 콘텐츠 예시다.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docs/PLAN_V4.md, docs/ARCHITECTURE.md, docs/VERIFICATION.md. 자동 검토는 전문가의 사실 검수가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docs/PROJECT_PROPOSAL.md, docs/ARCHITECTURE.md, docs/PLAN_V4.md. 기술 요소는 구현 대응이며 과제 인정 여부를 단정하지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docs/ARCHITECTURE.md, docs/SIWC_STATUS.md, docs/REQUIREMENTS.md.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158 Jest는 2026-10-19 V4.UX1 WORK_LOG. Kotlin 35+17=52는 V4.FIX 재실행 기록. APK는 2026-10-19 시연용 arm64 release, debug key 서명. 근거: docs/WORK_LOG.md, docs/VERIFICATION.md.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docs/INSTALL.md, docs/BUILD.md, docs/WORK_LOG.md, docs/VERIFICATION.md. 시연용 APK의 단축 규칙을 일반 배포 검증으로 혼동하지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ccc69b3eae4fa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594de1f38f4df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83895c0c8d4c2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fa553d24fe4e9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c4a8c5c8ef4b2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478ec05f8b41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939458C-CD32-45A6-8154-C2FF9ED3E5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1C61951-3FBC-41C2-AAA4-866416BD2ED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3B4FE44-92DC-4F36-93DD-1847D36D92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7F4EA10-E287-450F-9B22-FBC7B387A4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6E860AA-7AE5-49FA-A505-EF4BA11E8F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BED0441-A279-4EE2-9809-1C2154C34B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744C59E-C1F0-46BF-B921-CEB4B945D43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6C1FA9D-6FCE-4DAA-9F8C-0D6752F3D9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C6EB67C-D019-4801-84C6-400DD171C8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5DA253F-BB57-422D-AEED-F8D10A333B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bcce1d6e554998" /><Relationship Type="http://schemas.openxmlformats.org/officeDocument/2006/relationships/slideLayout" Target="/ppt/slideLayouts/slideLayout1.xml" Id="R8a7860e20a9645f4" /><Relationship Type="http://schemas.openxmlformats.org/officeDocument/2006/relationships/slideLayout" Target="/ppt/slideLayouts/slideLayout2.xml" Id="R64e5eed97e014863" /><Relationship Type="http://schemas.openxmlformats.org/officeDocument/2006/relationships/slideLayout" Target="/ppt/slideLayouts/slideLayout3.xml" Id="Rb3c8af4ee91c47f1" /><Relationship Type="http://schemas.openxmlformats.org/officeDocument/2006/relationships/slideLayout" Target="/ppt/slideLayouts/slideLayout4.xml" Id="Re32922b6ee5c4908" /><Relationship Type="http://schemas.openxmlformats.org/officeDocument/2006/relationships/slideLayout" Target="/ppt/slideLayouts/slideLayout5.xml" Id="Radb5c233963940e8" /><Relationship Type="http://schemas.openxmlformats.org/officeDocument/2006/relationships/slideLayout" Target="/ppt/slideLayouts/slideLayout6.xml" Id="Ra2bdd9058d9f40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7860e20a9645f4"/>
    <p:sldLayoutId xmlns:r="http://schemas.openxmlformats.org/officeDocument/2006/relationships" id="2147483650" r:id="R64e5eed97e014863"/>
    <p:sldLayoutId xmlns:r="http://schemas.openxmlformats.org/officeDocument/2006/relationships" id="2147483651" r:id="Rb3c8af4ee91c47f1"/>
    <p:sldLayoutId xmlns:r="http://schemas.openxmlformats.org/officeDocument/2006/relationships" id="2147483652" r:id="Re32922b6ee5c4908"/>
    <p:sldLayoutId xmlns:r="http://schemas.openxmlformats.org/officeDocument/2006/relationships" id="2147483653" r:id="Radb5c233963940e8"/>
    <p:sldLayoutId xmlns:r="http://schemas.openxmlformats.org/officeDocument/2006/relationships" id="2147483654" r:id="Ra2bdd9058d9f40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138720b89043e5" /><Relationship Type="http://schemas.openxmlformats.org/officeDocument/2006/relationships/image" Target="/ppt/media/image.png" Id="Rf1ab48404ff84723" /><Relationship Type="http://schemas.openxmlformats.org/officeDocument/2006/relationships/notesSlide" Target="/ppt/notesSlides/notesSlide1.xml" Id="R533182f38bc2431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1b09a773fb4c67" /><Relationship Type="http://schemas.openxmlformats.org/officeDocument/2006/relationships/image" Target="/ppt/media/image2.png" Id="Raefaae847bf24a3e" /><Relationship Type="http://schemas.openxmlformats.org/officeDocument/2006/relationships/notesSlide" Target="/ppt/notesSlides/notesSlide2.xml" Id="R77156ff2dde848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d1a22a597244a7" /><Relationship Type="http://schemas.openxmlformats.org/officeDocument/2006/relationships/image" Target="/ppt/media/image3.png" Id="R48dc41ca6ff04440" /><Relationship Type="http://schemas.openxmlformats.org/officeDocument/2006/relationships/notesSlide" Target="/ppt/notesSlides/notesSlide3.xml" Id="Rf51f06ebefc345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509a04194945f5" /><Relationship Type="http://schemas.openxmlformats.org/officeDocument/2006/relationships/notesSlide" Target="/ppt/notesSlides/notesSlide4.xml" Id="R8a29bd4b61894f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442ae55d31435f" /><Relationship Type="http://schemas.openxmlformats.org/officeDocument/2006/relationships/notesSlide" Target="/ppt/notesSlides/notesSlide5.xml" Id="R2026c6c51a1f433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c7749d775840da" /><Relationship Type="http://schemas.openxmlformats.org/officeDocument/2006/relationships/notesSlide" Target="/ppt/notesSlides/notesSlide6.xml" Id="R2b03dd6c42a54b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7754f4275e4c42" /><Relationship Type="http://schemas.openxmlformats.org/officeDocument/2006/relationships/notesSlide" Target="/ppt/notesSlides/notesSlide7.xml" Id="R234da2a126ba4d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33ea7122f64924" /><Relationship Type="http://schemas.openxmlformats.org/officeDocument/2006/relationships/notesSlide" Target="/ppt/notesSlides/notesSlide8.xml" Id="R090abfc062ed4f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5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035F1-54C6-4DA5-8DAC-61BBDC34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704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틈지식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4DC6B5-7090-463E-B27B-550FAB2C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9875"/>
            <a:ext cx="7334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잠깐의 틈에 스치는 기초지식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74FD0B-A868-49A4-9765-5DBAFDB6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38750"/>
            <a:ext cx="752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SIWC 기반 Android 학습 앱 · V4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00A44-A73E-4F83-A0B4-02DB437A5C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ab48404ff84723"/>
          <a:stretch xmlns:a="http://schemas.openxmlformats.org/drawingml/2006/main"/>
        </p:blipFill>
        <p:spPr>
          <a:xfrm xmlns:a="http://schemas.openxmlformats.org/drawingml/2006/main">
            <a:off x="8696325" y="1676400"/>
            <a:ext cx="2095500" cy="2095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0556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B4675-E1E2-40D1-91BE-36E7828C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문제와 대상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9B9740-BBB0-4914-BBA3-917C7A8A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자격증 기초를 시작하려는 Android 사용자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E00F68-6C7F-42CE-8093-DA24C8C8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666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긴 공부 시간을 매일 확보하기 어렵다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5596D3-758A-4C79-BE21-1CE2A419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64770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잠깐의 빈 시간에는 쉬운 개념을 스치고</a:t>
            </a:r>
          </a:p>
          <a:p xmlns:a="http://schemas.openxmlformats.org/drawingml/2006/main">
            <a: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앱을 열었을 때 상황형 문제로 확인한다.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3A1BCD-A504-4A11-B0E5-64BC7FF7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6477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학습 효과는 앞으로 확인할 가설이다.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517F7B-8F03-4CC0-9005-9DF7B63643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faae847bf24a3e"/>
          <a:stretch xmlns:a="http://schemas.openxmlformats.org/drawingml/2006/main"/>
        </p:blipFill>
        <p:spPr>
          <a:xfrm xmlns:a="http://schemas.openxmlformats.org/drawingml/2006/main">
            <a:off x="8642033" y="1638300"/>
            <a:ext cx="2023110" cy="4495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2563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8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3FCEB9-9941-4B37-B4BA-FCDDEE54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두 층의 학습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C6C38E-F7D1-4004-B985-F2F781A3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잠금 화면·위젯과 앱 문제가 같은 기록으로 연결된다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5A77B2-A831-4526-AFF0-377FFD21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앱 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001593-C6D4-473D-BF38-B9B658BC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4476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무음 O/X 카드와 크기별 홈 위젯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짧은 응답이 학습 기록에 남는다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70C7C9-4AFB-4B6B-A324-61EABECE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6212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앱 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4E14AC-9BE5-44D3-AC0F-D1FA1466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57425"/>
            <a:ext cx="4857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하루 3·5·10문제, 다시 풀기, 개념 설명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해상도와 복습 순서가 바뀐다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13BC75-2561-49AA-82E6-8FDE611316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dc41ca6ff04440"/>
          <a:stretch xmlns:a="http://schemas.openxmlformats.org/drawingml/2006/main"/>
        </p:blipFill>
        <p:spPr>
          <a:xfrm xmlns:a="http://schemas.openxmlformats.org/drawingml/2006/main">
            <a:off x="2083522" y="3286125"/>
            <a:ext cx="8024955" cy="3190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1646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5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9711C-8733-41B8-8684-B7BC2037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AI 맞춤 학습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738CAD-3B8C-4177-A5C2-317C367F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연결과 동의가 있을 때만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F23783-0441-4052-8B84-1B4BAF42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050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899AA8-A308-4E51-9699-ED86ACAD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9050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오답·완료된 대화에서 헷갈림의 근거를 찾는다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FFAA61-D07D-4D46-A969-DA0EC10A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194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D749A-26FA-4ABD-A8C5-F304F7F6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8194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SQLite에 개념별 헷갈림을 저장한다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31C6A3-BFAB-48B6-A363-6E425D72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E5A9D-306D-4163-8EA5-30665158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7338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승인된 사실로 O/X 카드를 만들고 별도 검토한다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2AC722-18E4-42B2-90CE-EB81BE7C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D3607F-B145-4822-B2DF-2030DF0D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6482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카드 응답 뒤 다른 상황의 문제로 다시 확인한다</a:t>
            </a:r>
          </a:p>
        </p:txBody>
      </p:sp>
    </p:spTree>
    <p:extLst>
      <p:ext uri="{BB962C8B-B14F-4D97-AF65-F5344CB8AC3E}">
        <p14:creationId xmlns:p14="http://schemas.microsoft.com/office/powerpoint/2010/main" val="7786688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5F1379-8C37-4D77-8E20-F9D7A158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두 기술 요소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26975A-6853-4B49-A9F8-A6F16D18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저장한 정보가 다음 행동을 바꾼다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31EAA-ED1E-4EED-9EF0-83F2115B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38325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Long-term Memory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457B85-6812-4092-9BCE-31E35689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530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근거가 있는 헷갈림과 상태를</a:t>
            </a:r>
          </a:p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학습자·과목·개념별로 보존한다.</a:t>
            </a:r>
          </a:p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다음 카드와 7일 계획에 재사용한다.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FD05D9-A376-4CE5-991A-8B0FDDFEE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838325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자동화 워크플로우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D44F46-3A05-4F0F-9511-703AE63A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552700"/>
            <a:ext cx="49530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기록 수집과 AI 생성·검토를</a:t>
            </a:r>
          </a:p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Kotlin 카드 덱, 응답 수집,</a:t>
            </a:r>
          </a:p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확인 문제·메모리 갱신에 연결한다.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D7A85E-2028-4B28-AA07-8EFAC991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67325"/>
            <a:ext cx="1071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원래 규칙: 카드 응답 24시간 뒤, 다른 날짜에 확인 문제</a:t>
            </a:r>
          </a:p>
        </p:txBody>
      </p:sp>
    </p:spTree>
    <p:extLst>
      <p:ext uri="{BB962C8B-B14F-4D97-AF65-F5344CB8AC3E}">
        <p14:creationId xmlns:p14="http://schemas.microsoft.com/office/powerpoint/2010/main" val="18593429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8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34985C-A0D5-4601-839C-5BB749BC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구조와 보호 장치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3AFDDB-05C6-45B3-BA3E-DC919AF8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화면, 학습 데이터, Android 기능의 책임을 나눴다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4F91DD-05F7-4894-A0DE-81EF06C6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38325"/>
            <a:ext cx="3248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React Native · Expo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4091F1-F571-40CA-B34B-3310E746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28875"/>
            <a:ext cx="324802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화면, 문제, 복습 계산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AI 요청 조정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619018-9041-4738-BB54-74916FD6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38325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SQLite v6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4C640F-8438-4486-A91A-66E33356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28875"/>
            <a:ext cx="2762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학습 진도·근거 메모리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멱등 제출과 복구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54BB5F-5D46-420B-B341-4747468C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1838325"/>
            <a:ext cx="3771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Kotlin 모듈 2개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3B6DE0-D4B7-4DD2-8B10-7D1E129A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428875"/>
            <a:ext cx="37719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SIWC·Keystore·SSE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잠금 화면 카드·홈 위젯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4E6E4C-22B8-4C87-A291-8496355E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10150"/>
            <a:ext cx="10744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AI 생성 표시 · 근거 확인 · 숨기기·삭제</a:t>
            </a:r>
          </a:p>
        </p:txBody>
      </p:sp>
    </p:spTree>
    <p:extLst>
      <p:ext uri="{BB962C8B-B14F-4D97-AF65-F5344CB8AC3E}">
        <p14:creationId xmlns:p14="http://schemas.microsoft.com/office/powerpoint/2010/main" val="14783122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215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071DDC-DF12-484C-9D9F-4598D765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구현과 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85F68B-28B7-4017-BB02-D20D720C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검증 범위를 나눠 기록했다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8485E3-6724-4FCF-9411-B8ACB28E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323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158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185C00-8671-405C-9FE8-C57C03B7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7660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Jest 통과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51CE67-608B-45A5-A255-D11264B0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9621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52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02AF86-A302-46A8-A846-3EA4787B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27660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Kotlin/JUnit 확인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D8192B-EEC4-4295-878D-FFE7F87B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62150"/>
            <a:ext cx="342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APK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DC92A6-6609-4BD5-A691-561A8D9E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2766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Metro 없이 API36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2977C6-D390-404C-A976-DAE51836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0"/>
            <a:ext cx="10715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기존 실제 계정 AI 흐름 확인 · V4 검수 5건 수정</a:t>
            </a:r>
          </a:p>
        </p:txBody>
      </p:sp>
    </p:spTree>
    <p:extLst>
      <p:ext uri="{BB962C8B-B14F-4D97-AF65-F5344CB8AC3E}">
        <p14:creationId xmlns:p14="http://schemas.microsoft.com/office/powerpoint/2010/main" val="19634131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60357-B0B6-48EB-B76D-371ACBE4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시연과 남은 경계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51CE6F-9AEB-46A3-B88F-4CAAB3F1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APK는 로컬 시연용 산출물이다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B844BE-778D-4F19-9110-6C469712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19275"/>
            <a:ext cx="319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시연 순서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F407CE-FDA4-4412-B057-C976A1DE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5550"/>
            <a:ext cx="1057275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과목 받기 → 카드·위젯 → 앱 문제</a:t>
            </a:r>
          </a:p>
          <a:p xmlns:a="http://schemas.openxmlformats.org/drawingml/2006/main">
            <a: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→ ChatGPT 연결 → 헷갈림·AI 카드</a:t>
            </a:r>
          </a:p>
          <a:p xmlns:a="http://schemas.openxmlformats.org/drawingml/2006/main">
            <a: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→ 확인 문제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D7A73-62E1-4E26-B648-3454242F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2915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시연용 빌드는 대기 시간과 하루 한도를 단축한다.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4CEAAC-7782-4E8A-80F0-A7253A12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6255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개인 수행: 기획, 화면·Kotlin 구현, 자동 검증, APK 제작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C12472-0C3F-443A-A269-9D74559D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외부 다운로드 링크와 물리 기기별 확인은 아직 없다.</a:t>
            </a:r>
          </a:p>
        </p:txBody>
      </p:sp>
    </p:spTree>
    <p:extLst>
      <p:ext uri="{BB962C8B-B14F-4D97-AF65-F5344CB8AC3E}">
        <p14:creationId xmlns:p14="http://schemas.microsoft.com/office/powerpoint/2010/main" val="12453334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2026-10-19T02:41:03.0970000Z</dcterms:created>
  <dcterms:modified xsi:type="dcterms:W3CDTF">2026-10-19T02:41:03.0970000Z</dcterms:modified>
</coreProperties>
</file>